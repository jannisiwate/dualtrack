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3"/>
  </p:notesMasterIdLst>
  <p:sldIdLst>
    <p:sldId id="256" r:id="rId5"/>
    <p:sldId id="281" r:id="rId6"/>
    <p:sldId id="282" r:id="rId7"/>
    <p:sldId id="284" r:id="rId8"/>
    <p:sldId id="286" r:id="rId9"/>
    <p:sldId id="283" r:id="rId10"/>
    <p:sldId id="285" r:id="rId11"/>
    <p:sldId id="287" r:id="rId12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89" d="100"/>
          <a:sy n="89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1803-8A6C-3FBD-DBC2-FA922A28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D1BF-7DF1-BD75-8C21-EB8F2C857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AB29E-5148-BED2-2406-67334CE64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969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9.0953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-pages.ucl.ac.uk/tus-rec-challenge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-pages.ucl.ac.uk/tus-rec-challenge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AC1740-F43A-8CCC-C433-33416806F13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1E657-A4ED-8F0C-5AAF-219B01A8DD0B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Error between estimated position and GT of final frame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Only translation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Common error metric in 3D US reconstruction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“Average point error between the true position and the fully reconstructed trajectory estimate at each timestep”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Mentioned in </a:t>
            </a:r>
            <a:r>
              <a:rPr lang="en-US" sz="2000" b="0" dirty="0" err="1"/>
              <a:t>DualTrack</a:t>
            </a:r>
            <a:r>
              <a:rPr lang="en-US" sz="2000" b="0" dirty="0"/>
              <a:t> paper and TUSREC challenge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F2A635-F014-3979-5089-35526A4D575B}"/>
              </a:ext>
            </a:extLst>
          </p:cNvPr>
          <p:cNvSpPr txBox="1"/>
          <p:nvPr/>
        </p:nvSpPr>
        <p:spPr>
          <a:xfrm>
            <a:off x="179512" y="4704588"/>
            <a:ext cx="6182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https://arxiv.org/pdf/2509.09530</a:t>
            </a:r>
            <a:r>
              <a:rPr lang="en-US" sz="1200" dirty="0"/>
              <a:t>, </a:t>
            </a:r>
            <a:r>
              <a:rPr lang="en-US" sz="1200" dirty="0">
                <a:hlinkClick r:id="rId4"/>
              </a:rPr>
              <a:t>https://github-pages.ucl.ac.uk/tus-rec-challenge/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766EF-93D2-0D43-4288-D3C14DFB3187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Pose Graph Optimization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00107EA1-420E-69FE-51CB-AEE3F527306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8E78D97E-74FD-2C66-7EBF-94EB233ED3EB}"/>
              </a:ext>
            </a:extLst>
          </p:cNvPr>
          <p:cNvSpPr txBox="1">
            <a:spLocks/>
          </p:cNvSpPr>
          <p:nvPr/>
        </p:nvSpPr>
        <p:spPr>
          <a:xfrm>
            <a:off x="322725" y="860216"/>
            <a:ext cx="8218099" cy="398686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Optimizer: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Levenberg-Marquardt: Additional factor to Jacobi-matrices for solving linear optimization problem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Weights: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Prior (first node): 6*10</a:t>
            </a:r>
            <a:r>
              <a:rPr lang="en-US" sz="2000" b="0" baseline="30000" dirty="0"/>
              <a:t>5</a:t>
            </a: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Rest: 6*10</a:t>
            </a:r>
            <a:r>
              <a:rPr lang="en-US" sz="2000" b="0" baseline="30000" dirty="0"/>
              <a:t>2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baseline="30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Base line PGO, no individual weighting nor additional edges yet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E1202D-E333-3B9D-F54E-CC38ABA8E52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695160"/>
              </p:ext>
            </p:extLst>
          </p:nvPr>
        </p:nvGraphicFramePr>
        <p:xfrm>
          <a:off x="229947" y="699542"/>
          <a:ext cx="8684105" cy="3888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(72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24.79mm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28.6%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(six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FDR: 488.8%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GPE: 56.5mm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72.9%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A594B44-DBCF-6B17-6075-4E33289543B8}"/>
              </a:ext>
            </a:extLst>
          </p:cNvPr>
          <p:cNvSpPr txBox="1"/>
          <p:nvPr/>
        </p:nvSpPr>
        <p:spPr>
          <a:xfrm>
            <a:off x="179512" y="4704588"/>
            <a:ext cx="2901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*FDR and GPE averaged over all scans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09723-C70E-1320-4521-B0D32D043EF8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>
                <a:ea typeface="游ゴシック Medium"/>
                <a:cs typeface="Times New Roman"/>
              </a:rPr>
              <a:t>   Explanations of Results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Low performance for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TUSREC24 and TUSREC25 data sets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No calibration or retraining of models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Near-zero improvement from PGO: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Base line, perfect consistency of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CD821A-763B-5C8A-3CE4-BFFA3D0DEB63}"/>
              </a:ext>
            </a:extLst>
          </p:cNvPr>
          <p:cNvSpPr txBox="1"/>
          <p:nvPr/>
        </p:nvSpPr>
        <p:spPr>
          <a:xfrm>
            <a:off x="182430" y="4694682"/>
            <a:ext cx="37936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https://github-pages.ucl.ac.uk/tus-rec-challenge/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726CA-0C73-DB6F-B294-0390FAAB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C7D031-FCFC-5294-550C-4173DEE77689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478381-4841-7228-4B1D-4F7BD3499DF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else?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321A1F38-7EB0-6CA7-732A-8A35F3AD5CB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Reading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38497383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1700</TotalTime>
  <Words>377</Words>
  <Application>Microsoft Office PowerPoint</Application>
  <PresentationFormat>On-screen Show (16:9)</PresentationFormat>
  <Paragraphs>102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Yu Gothic Medium</vt:lpstr>
      <vt:lpstr>Yu Gothic Medium</vt:lpstr>
      <vt:lpstr>Abadi</vt:lpstr>
      <vt:lpstr>Arial</vt:lpstr>
      <vt:lpstr>Cambria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Error metrics in DualTrack</vt:lpstr>
      <vt:lpstr>   Pose Graph Optimization</vt:lpstr>
      <vt:lpstr>   Evaluations</vt:lpstr>
      <vt:lpstr>   Explanations of Results</vt:lpstr>
      <vt:lpstr>   What else?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681</cp:revision>
  <dcterms:created xsi:type="dcterms:W3CDTF">2020-07-20T06:28:23Z</dcterms:created>
  <dcterms:modified xsi:type="dcterms:W3CDTF">2026-05-31T08:23:58Z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